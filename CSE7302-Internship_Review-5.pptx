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%20https://github.com/campuscore-erp/CampusCore&#13;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</a:t>
            </a:r>
            <a:r>
              <a:rPr lang="en-IN" alt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r. H Senthil Kumar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</a:t>
            </a:r>
            <a:r>
              <a:rPr lang="en-IN" alt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sistant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Professor</a:t>
            </a:r>
            <a:endParaRPr lang="en-GB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HOD: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lvl="0"/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Md Ziaur Rahman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+mn-lt"/>
              <a:cs typeface="+mn-lt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                                                     </a:t>
            </a:r>
            <a:endParaRPr lang="en-US" sz="2000" b="1">
              <a:solidFill>
                <a:schemeClr val="accent1"/>
              </a:solidFill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/>
            </a:pP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Viva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CAMPUSCORE - UNIVERSITY ERP SYSTEM|</a:t>
            </a:r>
            <a:br>
              <a:rPr lang="en-I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</a:br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 Full-Stack Web Application for Academic Administration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Jayanth D R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20221CSE0636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8CSE12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Internship Domain: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Full Stack Web Development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Technologies Used:</a:t>
            </a:r>
            <a:endParaRPr lang="en-IN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 Frontend: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HTML, CSS, JavaScript</a:t>
            </a:r>
            <a:endParaRPr lang="en-IN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 Backend: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Python (Flask – REST API)</a:t>
            </a:r>
            <a:endParaRPr lang="en-IN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 Database: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SQL Server</a:t>
            </a:r>
            <a:endParaRPr lang="en-IN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 API Testing: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Postman</a:t>
            </a:r>
            <a:endParaRPr lang="en-IN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 Version Control:</a:t>
            </a: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GitHub</a:t>
            </a:r>
            <a:endParaRPr lang="en-IN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r>
              <a:rPr lang="en-IN" b="1" dirty="0">
                <a:latin typeface="Times New Roman" panose="02020603050405020304"/>
                <a:ea typeface="+mn-lt"/>
                <a:cs typeface="+mn-lt"/>
                <a:sym typeface="+mn-ea"/>
              </a:rPr>
              <a:t>Importance:</a:t>
            </a:r>
            <a:b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</a:br>
            <a:r>
              <a:rPr lang="en-IN" dirty="0">
                <a:latin typeface="Times New Roman" panose="02020603050405020304"/>
                <a:ea typeface="+mn-lt"/>
                <a:cs typeface="+mn-lt"/>
                <a:sym typeface="+mn-ea"/>
              </a:rPr>
              <a:t> Full stack development enables building complete applications by integrating user interface, backend logic, and database systems.</a:t>
            </a:r>
            <a:endParaRPr lang="en-IN" dirty="0">
              <a:latin typeface="Times New Roman" panose="02020603050405020304"/>
              <a:ea typeface="+mn-lt"/>
              <a:cs typeface="+mn-lt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Solo internship project — developed independently as the sole student intern in the IT Division at Rail Wheel Factory (RWF), Yelahanka, Bengaluru.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 Ms. Sunitha B J, Assistant Professor, Presidency School of CSE, Presidency University.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Internship Coordinator: Mr. Sakthi S, Presidency School of CSE.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Internship Coordinator: Dr. Md Ziaur Rahaman, Presidency School of CSE.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Project: CampusCore - University ERP System (Full Stack Web Development).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Connectivity: pyodbc driver compatibility across OS platforms required implementing a multi-DB fallback (MySQL to SQL Server to SQLite).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Dialect Differences: Writing portable queries for SQL Server, MySQL, and SQLite required custom translation functions for syntax like GETDATE() and TOP N.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Integration: Completing live webcam feed processing within the internship timeframe was difficult; the module remains partially implemented.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Consistency: Ensuring referential integrity across 22 tables required careful transaction handling and foreign key constraint design.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42930" cy="4998085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normalised 22-table relational database schema in Third Normal Form with PK/FK constraints.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REST API backend using Python Flask with JWT-based authentication and brute-force protection.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interactive role-based frontend dashboards (Admin, Teacher, Student) using HTML, CSS, and JavaScript.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Manual and Face Recognition-based attendance marking system for teachers.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fee management module enabling fee structure definition, payment recording, and student fee view.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on Railway cloud with multi-database support (SQL Server, MySQL, SQLite).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871835" cy="5054600"/>
          </a:xfrm>
        </p:spPr>
        <p:txBody>
          <a:bodyPr>
            <a:normAutofit fontScale="7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Davenport (1998): ERP best practices in enterprises; foundational work on ERP adoption for education.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Fielding (2000): REST architectural constraints; stateless API design adopted in CampusCore.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Jain &amp; Shanbhag (2012): JWT vs session tokens; brute-force protection strategies - implemented in auth module.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Kaur &amp; Singh (2019): Automated attendance systems; biometric and face recognition-based approaches.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Grinberg (2018): Flask micro-framework; Blueprint-based routing pattern used in CampusCore.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Abugabah &amp; Sanzogni (2010): ERP user satisfaction; influenced CampusCore UI design philosophy.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Bansal &amp; Goyal (2015): Automated fee management reduces fee defaulters by up to 35% in Indian colleges.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Johansson &amp; Bjorn-Andersen (2015): Open-source ERP TCO 40-60% lower than commercial solutions.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CampusCore: A full-stack, web-based University ERP System for centralised academic administration.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Three-tier - HTML/CSS/JS (Presentation), Python Flask (Application), SQL Server/SQLite (Data).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Roles: Admin, Teacher, Student - each with role-based JWT-secured dashboards.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Modules: Student Management, Teacher Management, Attendance (Manual + Face Recognition), Fee Management.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Additional: Online Examinations (MCQ), Study Materials, Timetable Management, Notifications, 40+ REST APIs.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34040" cy="5281930"/>
          </a:xfrm>
        </p:spPr>
        <p:txBody>
          <a:bodyPr>
            <a:normAutofit fontScale="90000" lnSpcReduction="1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Indian universities manage student records, attendance, fees, and scheduling manually or through disconnected tools.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~30% of Indian universities (NASSCOM 2022) have deployed a comprehensive ERP system.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ERPs (SAP, Oracle PeopleSoft) carry high licensing costs inaccessible to smaller institutions.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ERPs like Samarth are restricted to centrally-funded institutions only.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alternatives like ERPNext require significant customisation effort.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Moodle focuses on learning management and lacks administrative modules (fee, attendance, timetabling).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CampusCore addresses this gap: a lightweight, open-source, full-featured University ERP for Indian colleges.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42930" cy="4942840"/>
          </a:xfrm>
        </p:spPr>
        <p:txBody>
          <a:bodyPr>
            <a:normAutofit lnSpcReduction="2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(JWT) for Admin, Teacher, Student roles with role-based dashboards.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for students, teachers, subjects, departments, timetable, and fee structures.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marking and Face Recognition-based attendance via webcam.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 structure definition per department/semester; student payment recording and fee view.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MCQ exam creation, study material upload, class scheduling and notifications.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Non-Functional: Response under 500ms; bcrypt/SHA-256 passwords; portable across SQLite/MySQL/MSSQL.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861675" cy="5537835"/>
          </a:xfrm>
        </p:spPr>
        <p:txBody>
          <a:bodyPr>
            <a:normAutofit fontScale="8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&amp; Free: Zero licensing cost; deployable on low-cost hardware with SQLite fallback.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Modules: Covers student, teacher, attendance, fees, exams, materials, and timetable in one platform.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Multi-Database Support: Runs on SQL Server (production), MySQL (cloud), or SQLite (development) seamlessly.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JWT authentication, bcrypt password hashing, brute-force lockout, parameterised SQL queries.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Schema supports multiple departments and semesters without structural changes.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 Students get real-time access to attendance %, marks, fee status via self-service portal.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CampusCore offers Full Module Coverage at zero cost with low setup complexity vs all alternatives.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Presentation (HTML/CSS/JS) - Application (Flask Blueprints) - Data (database.py).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22-table schema in 3rd Normal Form; Students, Teachers, Subjects, Timetable, Attendance, FeePayments, Marks.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 Flow: POST /api/auth/login returns JWT (24h expiry); IsFirstLogin flag triggers password change redirect.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Blueprint Structure: bp_auth, bp_admin, bp_student, bp_teacher - each handles its own domain logic.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bcrypt/SHA-256 hashing; brute-force lockout after 10 failures; parameterised SQL (no injection).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Flask 3.x with Blueprint routing; flask-jwt-extended; auto-detects MySQL/MSSQL/SQLite.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 Full CRUD for students, teachers, departments, subjects, fee structures, timetable, user management.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Module: Dashboard, timetable, attendance summary (%), exam access, fee statement, study materials.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Module: Manual attendance list, Face Scan attendance (webcam), marks entry, exam creation, materials upload.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Vanilla JS Fetch API; JWT in sessionStorage attached as Bearer token to every request; DOM rendering.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Postman for API unit testing; browser-based end-to-end integration testing across all modules.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 Tests (PASS): Valid login returns JWT; wrong password returns 401; brute-force lockout after 10 failures.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CRUD Tests (PASS): Add returns 201 + StudentID; duplicate roll number returns 400.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Tests (PASS): Face session start returns token + count; duplicate scan returns 400.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(PASS): Login ~85ms; simple GET ~30ms; JOIN ~55ms - all within 500ms NFR threshold.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CampusCore: Full-stack University ERP with 40+ RESTful APIs developed over 12 weeks at RWF, Yelahanka.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5 objectives achieved: DB schema, secure Flask API, role-based dashboards, attendance system, fee module.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reached ~65-70% completion; core modules functional and tested end-to-end.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Face recognition pipeline partial; PDF reporting not implemented; in-memory brute-force resets on restart.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Future: Complete face recognition; Razorpay/PayU payment gateway; React Native mobile app; analytics dashboard.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Davenport, T.H. (1998). Putting the enterprise into the enterprise system. Harvard Business Review.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Fielding, R.T. (2000). Architectural Styles and Design of Network-based Software Architectures. UC Irvine.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Grinberg, M. (2018). Flask Web Development, 2nd edn. O’Reilly Media.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Jain, S. &amp; Shanbhag, D. (2012). Addressing security vulnerabilities in web applications. IJCSIS.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Kaur, H. &amp; Singh, G. (2019). Review of automated attendance management systems. IJCSE, 7(2).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1" action="ppaction://hlinkfile"/>
              </a:rPr>
              <a:t> https://github.com/campuscore-erp/CampusCore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9481</Words>
  <Application>WPS Presentation</Application>
  <PresentationFormat>Widescreen</PresentationFormat>
  <Paragraphs>242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Cambria</vt:lpstr>
      <vt:lpstr>Verdana</vt:lpstr>
      <vt:lpstr>Cambria</vt:lpstr>
      <vt:lpstr>Times New Roman</vt:lpstr>
      <vt:lpstr>Tahoma</vt:lpstr>
      <vt:lpstr>Calibri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Appu</cp:lastModifiedBy>
  <cp:revision>725</cp:revision>
  <dcterms:created xsi:type="dcterms:W3CDTF">2022-10-14T07:18:00Z</dcterms:created>
  <dcterms:modified xsi:type="dcterms:W3CDTF">2026-04-23T10:07:38Z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D3B1F4CDE354445CB52A3D21E6BDFC32_13</vt:lpwstr>
  </property>
  <property fmtid="{D5CDD505-2E9C-101B-9397-08002B2CF9AE}" pid="3" name="KSOProductBuildVer">
    <vt:lpwstr>2057-12.2.0.23202</vt:lpwstr>
  </property>
</Properties>
</file>