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cxnId="{8CB593F6-6C5D-4606-B959-3E27F9872EC1}" type="parTrans">
      <dgm:prSet/>
      <dgm:spPr/>
      <dgm:t>
        <a:bodyPr/>
        <a:lstStyle/>
        <a:p>
          <a:endParaRPr lang="en-US"/>
        </a:p>
      </dgm:t>
    </dgm:pt>
    <dgm:pt modelId="{19B27CEC-4BAD-44A7-A9A7-B7A8B23ADCFD}" cxnId="{8CB593F6-6C5D-4606-B959-3E27F9872EC1}" type="sibTrans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gm:t>
    </dgm:pt>
    <dgm:pt modelId="{326A986D-69A4-4AC0-AD9B-462FFC9C3F18}" cxnId="{AEE28BEF-3F73-41A5-9307-D42A450FCA17}" type="parTrans">
      <dgm:prSet/>
      <dgm:spPr/>
      <dgm:t>
        <a:bodyPr/>
        <a:lstStyle/>
        <a:p>
          <a:endParaRPr lang="en-US"/>
        </a:p>
      </dgm:t>
    </dgm:pt>
    <dgm:pt modelId="{304E70AD-39C7-4C28-BF7B-6EE91BAE97B7}" cxnId="{AEE28BEF-3F73-41A5-9307-D42A450FCA17}" type="sibTrans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cxnId="{6C7D4BBB-EED6-4011-9FBC-87F683D5B245}" type="parTrans">
      <dgm:prSet/>
      <dgm:spPr/>
      <dgm:t>
        <a:bodyPr/>
        <a:lstStyle/>
        <a:p>
          <a:endParaRPr lang="en-US"/>
        </a:p>
      </dgm:t>
    </dgm:pt>
    <dgm:pt modelId="{B81593E2-4CAC-4783-8D2D-E9DDD236A942}" cxnId="{6C7D4BBB-EED6-4011-9FBC-87F683D5B245}" type="sibTrans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cxnId="{27611794-B6EF-4593-A560-02BF7692DC5A}" type="parTrans">
      <dgm:prSet/>
      <dgm:spPr/>
      <dgm:t>
        <a:bodyPr/>
        <a:lstStyle/>
        <a:p>
          <a:endParaRPr lang="en-US"/>
        </a:p>
      </dgm:t>
    </dgm:pt>
    <dgm:pt modelId="{AD0D1882-5210-4A49-9875-4AAC43595580}" cxnId="{27611794-B6EF-4593-A560-02BF7692DC5A}" type="sibTrans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cxnId="{D1BA1DD0-A52A-47BF-962D-9810C87E1576}" type="parTrans">
      <dgm:prSet/>
      <dgm:spPr/>
      <dgm:t>
        <a:bodyPr/>
        <a:lstStyle/>
        <a:p>
          <a:endParaRPr lang="en-US"/>
        </a:p>
      </dgm:t>
    </dgm:pt>
    <dgm:pt modelId="{2868AD8D-4E38-46CE-A972-709857BF40AC}" cxnId="{D1BA1DD0-A52A-47BF-962D-9810C87E1576}" type="sibTrans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cxnId="{AA17007A-110D-43AE-B6F2-DF2DF885F2E2}" type="parTrans">
      <dgm:prSet/>
      <dgm:spPr/>
      <dgm:t>
        <a:bodyPr/>
        <a:lstStyle/>
        <a:p>
          <a:endParaRPr lang="en-US"/>
        </a:p>
      </dgm:t>
    </dgm:pt>
    <dgm:pt modelId="{98BDB650-3386-4D3D-8E80-609010499291}" cxnId="{AA17007A-110D-43AE-B6F2-DF2DF885F2E2}" type="sibTrans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cxnId="{DA8CD5E8-B2EE-41E4-8EC6-CFB41D688F68}" type="parTrans">
      <dgm:prSet/>
      <dgm:spPr/>
      <dgm:t>
        <a:bodyPr/>
        <a:lstStyle/>
        <a:p>
          <a:endParaRPr lang="en-US"/>
        </a:p>
      </dgm:t>
    </dgm:pt>
    <dgm:pt modelId="{5E9E6A6F-635A-4791-A107-01E95B62EA08}" cxnId="{DA8CD5E8-B2EE-41E4-8EC6-CFB41D688F68}" type="sibTrans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cxnId="{521FD508-C5FD-4804-AFDC-D1FF9945B211}" type="parTrans">
      <dgm:prSet/>
      <dgm:spPr/>
      <dgm:t>
        <a:bodyPr/>
        <a:lstStyle/>
        <a:p>
          <a:endParaRPr lang="en-US"/>
        </a:p>
      </dgm:t>
    </dgm:pt>
    <dgm:pt modelId="{196A2EB9-DD96-4630-B699-7AF000340374}" cxnId="{521FD508-C5FD-4804-AFDC-D1FF9945B211}" type="sibTrans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88411" cy="4058195"/>
        <a:chOff x="0" y="0"/>
        <a:chExt cx="6388411" cy="4058195"/>
      </a:xfrm>
    </dsp:grpSpPr>
    <dsp:sp modelId="{8CAE5A4D-0C7B-48A6-917B-0B8433D0574B}">
      <dsp:nvSpPr>
        <dsp:cNvPr id="3" name="Rectangular Callout 2"/>
        <dsp:cNvSpPr/>
      </dsp:nvSpPr>
      <dsp:spPr bwMode="white">
        <a:xfrm>
          <a:off x="7173684" y="811639"/>
          <a:ext cx="1278321" cy="3246556"/>
        </a:xfrm>
        <a:prstGeom prst="wedgeRectCallout">
          <a:avLst>
            <a:gd name="adj1" fmla="val 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66675" tIns="66675" rIns="66675" bIns="66675" anchor="t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7173684" y="811639"/>
        <a:ext cx="1278321" cy="3246556"/>
      </dsp:txXfrm>
    </dsp:sp>
    <dsp:sp modelId="{C73DE52A-2F45-45E6-AD0E-D5BEAF609F8E}">
      <dsp:nvSpPr>
        <dsp:cNvPr id="4" name="Rectangles 3"/>
        <dsp:cNvSpPr/>
      </dsp:nvSpPr>
      <dsp:spPr bwMode="white">
        <a:xfrm>
          <a:off x="7173684" y="0"/>
          <a:ext cx="1278321" cy="811639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1" cy="811639"/>
      </dsp:txXfrm>
    </dsp:sp>
    <dsp:sp modelId="{FC0F1314-3294-4A8C-8DCE-EB53E236164C}">
      <dsp:nvSpPr>
        <dsp:cNvPr id="5" name="Rectangular Callout 4"/>
        <dsp:cNvSpPr/>
      </dsp:nvSpPr>
      <dsp:spPr bwMode="white">
        <a:xfrm>
          <a:off x="5898558" y="811639"/>
          <a:ext cx="1278321" cy="304364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3195000"/>
            <a:satOff val="9216"/>
            <a:lumOff val="3137"/>
            <a:alpha val="100000"/>
          </a:schemeClr>
        </a:fillRef>
        <a:effectRef idx="0">
          <a:scrgbClr r="0" g="0" b="0"/>
        </a:effectRef>
        <a:fontRef idx="minor"/>
      </dsp:style>
      <dsp:txBody>
        <a:bodyPr lIns="66675" tIns="66675" rIns="66675" bIns="66675" anchor="t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898558" y="811639"/>
        <a:ext cx="1278321" cy="3043646"/>
      </dsp:txXfrm>
    </dsp:sp>
    <dsp:sp modelId="{2AAD338D-3122-4454-9A67-16BE024D44E3}">
      <dsp:nvSpPr>
        <dsp:cNvPr id="6" name="Rectangles 5"/>
        <dsp:cNvSpPr/>
      </dsp:nvSpPr>
      <dsp:spPr bwMode="white">
        <a:xfrm>
          <a:off x="5898558" y="101455"/>
          <a:ext cx="1278321" cy="710184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8" y="101455"/>
        <a:ext cx="1278321" cy="710184"/>
      </dsp:txXfrm>
    </dsp:sp>
    <dsp:sp modelId="{2532504F-5FE1-4C97-B485-F05E8885EACC}">
      <dsp:nvSpPr>
        <dsp:cNvPr id="7" name="Rectangular Callout 6"/>
        <dsp:cNvSpPr/>
      </dsp:nvSpPr>
      <dsp:spPr bwMode="white">
        <a:xfrm>
          <a:off x="4620237" y="811639"/>
          <a:ext cx="1278321" cy="284073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6390000"/>
            <a:satOff val="18431"/>
            <a:lumOff val="6275"/>
            <a:alpha val="100000"/>
          </a:schemeClr>
        </a:fillRef>
        <a:effectRef idx="0">
          <a:scrgbClr r="0" g="0" b="0"/>
        </a:effectRef>
        <a:fontRef idx="minor"/>
      </dsp:style>
      <dsp:txBody>
        <a:bodyPr lIns="66675" tIns="66675" rIns="66675" bIns="66675" anchor="t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811639"/>
        <a:ext cx="1278321" cy="2840736"/>
      </dsp:txXfrm>
    </dsp:sp>
    <dsp:sp modelId="{4C66D42D-7E6D-4563-AFDC-369C30B73F70}">
      <dsp:nvSpPr>
        <dsp:cNvPr id="8" name="Rectangles 7"/>
        <dsp:cNvSpPr/>
      </dsp:nvSpPr>
      <dsp:spPr bwMode="white">
        <a:xfrm>
          <a:off x="4620237" y="206156"/>
          <a:ext cx="1278321" cy="608729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7" y="206156"/>
        <a:ext cx="1278321" cy="608729"/>
      </dsp:txXfrm>
    </dsp:sp>
    <dsp:sp modelId="{06F8D57B-EDF4-4CF4-8700-DC2CA3E3028E}">
      <dsp:nvSpPr>
        <dsp:cNvPr id="9" name="Rectangular Callout 8"/>
        <dsp:cNvSpPr/>
      </dsp:nvSpPr>
      <dsp:spPr bwMode="white">
        <a:xfrm>
          <a:off x="3341916" y="811639"/>
          <a:ext cx="1278321" cy="263782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9585000"/>
            <a:satOff val="27647"/>
            <a:lumOff val="9412"/>
            <a:alpha val="100000"/>
          </a:schemeClr>
        </a:fillRef>
        <a:effectRef idx="0">
          <a:scrgbClr r="0" g="0" b="0"/>
        </a:effectRef>
        <a:fontRef idx="minor"/>
      </dsp:style>
      <dsp:txXfrm>
        <a:off x="3341916" y="811639"/>
        <a:ext cx="1278321" cy="2637827"/>
      </dsp:txXfrm>
    </dsp:sp>
    <dsp:sp modelId="{00BB3360-A9BB-4051-A4B1-1216F82F642C}">
      <dsp:nvSpPr>
        <dsp:cNvPr id="11" name="Rectangles 10"/>
        <dsp:cNvSpPr/>
      </dsp:nvSpPr>
      <dsp:spPr bwMode="white">
        <a:xfrm>
          <a:off x="3341916" y="304365"/>
          <a:ext cx="1278321" cy="507274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6" y="304365"/>
        <a:ext cx="1278321" cy="507274"/>
      </dsp:txXfrm>
    </dsp:sp>
    <dsp:sp modelId="{A134CDD1-D85F-44EF-8BEE-9F99A855C1E6}">
      <dsp:nvSpPr>
        <dsp:cNvPr id="12" name="Rectangular Callout 11"/>
        <dsp:cNvSpPr/>
      </dsp:nvSpPr>
      <dsp:spPr bwMode="white">
        <a:xfrm>
          <a:off x="2063595" y="811639"/>
          <a:ext cx="1278321" cy="243491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12780000"/>
            <a:satOff val="36863"/>
            <a:lumOff val="12549"/>
            <a:alpha val="100000"/>
          </a:schemeClr>
        </a:fillRef>
        <a:effectRef idx="0">
          <a:scrgbClr r="0" g="0" b="0"/>
        </a:effectRef>
        <a:fontRef idx="minor"/>
      </dsp:style>
      <dsp:txBody>
        <a:bodyPr lIns="66675" tIns="66675" rIns="66675" bIns="66675" anchor="t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  <a:endParaRPr>
            <a:solidFill>
              <a:schemeClr val="tx1"/>
            </a:solidFill>
          </a:endParaRPr>
        </a:p>
      </dsp:txBody>
      <dsp:txXfrm>
        <a:off x="2063595" y="811639"/>
        <a:ext cx="1278321" cy="2434917"/>
      </dsp:txXfrm>
    </dsp:sp>
    <dsp:sp modelId="{65257024-FAC0-4522-B139-1CC85B547BE8}">
      <dsp:nvSpPr>
        <dsp:cNvPr id="13" name="Rectangles 12"/>
        <dsp:cNvSpPr/>
      </dsp:nvSpPr>
      <dsp:spPr bwMode="white">
        <a:xfrm>
          <a:off x="2063595" y="405820"/>
          <a:ext cx="1278321" cy="405820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5" y="405820"/>
        <a:ext cx="1278321" cy="405820"/>
      </dsp:txXfrm>
    </dsp:sp>
    <dsp:sp modelId="{6BCCFBA6-7A43-4631-AD7F-AFB10E1E6CD7}">
      <dsp:nvSpPr>
        <dsp:cNvPr id="10" name="Rectangles 9"/>
        <dsp:cNvSpPr/>
      </dsp:nvSpPr>
      <dsp:spPr bwMode="white">
        <a:xfrm>
          <a:off x="3504181" y="811639"/>
          <a:ext cx="1116055" cy="2637827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66675" tIns="66675" rIns="66675" bIns="66675" anchor="t"/>
        <a:lstStyle>
          <a:lvl1pPr algn="r">
            <a:defRPr sz="2100"/>
          </a:lvl1pPr>
          <a:lvl2pPr marL="171450" indent="-171450" algn="r">
            <a:defRPr sz="1600"/>
          </a:lvl2pPr>
          <a:lvl3pPr marL="342900" indent="-171450" algn="r">
            <a:defRPr sz="1600"/>
          </a:lvl3pPr>
          <a:lvl4pPr marL="514350" indent="-171450" algn="r">
            <a:defRPr sz="1600"/>
          </a:lvl4pPr>
          <a:lvl5pPr marL="685800" indent="-171450" algn="r">
            <a:defRPr sz="1600"/>
          </a:lvl5pPr>
          <a:lvl6pPr marL="857250" indent="-171450" algn="r">
            <a:defRPr sz="1600"/>
          </a:lvl6pPr>
          <a:lvl7pPr marL="1028700" indent="-171450" algn="r">
            <a:defRPr sz="1600"/>
          </a:lvl7pPr>
          <a:lvl8pPr marL="1200150" indent="-171450" algn="r">
            <a:defRPr sz="1600"/>
          </a:lvl8pPr>
          <a:lvl9pPr marL="1371600" indent="-171450" algn="r">
            <a:defRPr sz="16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3504181" y="811639"/>
        <a:ext cx="1116055" cy="2637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 des des des des des des" ptType="node node node node node node node node"/>
        <dgm:presOf axis="des des des des des des des des" ptType="node node node node node node 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%20https://github.com/campuscore-erp/CampusCore&#13;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</a:t>
            </a: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r. H Senthi 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istant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B-Tech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FULL STACK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Jayanth D R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31CSE0636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CSE12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/ Organization Name: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Type: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India Enterprise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(Under Ministry of Railways)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Yelahanka, Bengaluru, Karnataka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5649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 of RWF: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railway wheels and axles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inspection and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production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modern manufacturing technologies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RWF plays a critical role in ensuring the safety, reliability, and efficiency of Indian Railways.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186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Environment: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industrial manufacturing setup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safety and quality standards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mechanical operations and IT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Exposure: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workflows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technology for monitoring and reporting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real-time production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Server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– REST API)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ReactJS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Relevance: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enables end-to-end application development by integrating database, backend logic, and frontend user interface.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5: About Your Team &amp; Reporting Manager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under organizational supervision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provided by assigned mentors and supervisors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Method: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progress updates during review sessions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documentation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database relationships and joins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and duplicate data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backend connection issues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frontend with backend APIs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consistency across layers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improved technical skills, debugging ability, and system-level understanding.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IN" dirty="0"/>
              <a:t>URL:</a:t>
            </a:r>
            <a:r>
              <a:rPr lang="en-US" altLang="en-IN" dirty="0">
                <a:hlinkClick r:id="rId1" action="ppaction://hlinkfile"/>
              </a:rPr>
              <a:t> https://github.com/campuscore-erp/CampusCore</a:t>
            </a:r>
            <a:endParaRPr lang="en-US" alt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2849</Words>
  <Application>WPS Presentation</Application>
  <PresentationFormat>Widescreen</PresentationFormat>
  <Paragraphs>147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Appu</cp:lastModifiedBy>
  <cp:revision>721</cp:revision>
  <dcterms:created xsi:type="dcterms:W3CDTF">2022-10-14T07:18:00Z</dcterms:created>
  <dcterms:modified xsi:type="dcterms:W3CDTF">2026-04-23T10:05:00Z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EBEBD56F6AB24DCA96110B310C9E4565_12</vt:lpwstr>
  </property>
  <property fmtid="{D5CDD505-2E9C-101B-9397-08002B2CF9AE}" pid="3" name="KSOProductBuildVer">
    <vt:lpwstr>2057-12.2.0.23202</vt:lpwstr>
  </property>
</Properties>
</file>