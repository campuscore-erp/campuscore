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  <p:sldId id="270" r:id="rId5"/>
    <p:sldId id="261" r:id="rId6"/>
    <p:sldId id="262" r:id="rId7"/>
    <p:sldId id="263" r:id="rId8"/>
    <p:sldId id="264" r:id="rId9"/>
    <p:sldId id="265" r:id="rId10"/>
    <p:sldId id="271" r:id="rId11"/>
    <p:sldId id="272" r:id="rId12"/>
    <p:sldId id="273" r:id="rId13"/>
    <p:sldId id="274" r:id="rId14"/>
    <p:sldId id="276" r:id="rId15"/>
    <p:sldId id="278" r:id="rId16"/>
    <p:sldId id="277" r:id="rId17"/>
    <p:sldId id="266" r:id="rId18"/>
    <p:sldId id="267" r:id="rId19"/>
    <p:sldId id="268" r:id="rId20"/>
    <p:sldId id="26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3" autoAdjust="0"/>
    <p:restoredTop sz="94660"/>
  </p:normalViewPr>
  <p:slideViewPr>
    <p:cSldViewPr snapToGrid="0">
      <p:cViewPr varScale="1">
        <p:scale>
          <a:sx n="74" d="100"/>
          <a:sy n="74" d="100"/>
        </p:scale>
        <p:origin x="6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%20https://github.com/campuscore-erp/CampusCore&#13;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IN" altLang="en-GB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Mrs. Senthil Kumar </a:t>
            </a:r>
            <a:r>
              <a:rPr lang="en-GB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Associate Professor 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School of CSE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/>
                <a:ea typeface="+mn-lt"/>
                <a:cs typeface="+mn-lt"/>
                <a:sym typeface="Verdana" panose="020B0604030504040204"/>
              </a:rPr>
              <a:t>Name of the Program: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/>
                <a:ea typeface="+mn-lt"/>
                <a:cs typeface="+mn-lt"/>
                <a:sym typeface="Verdana" panose="020B0604030504040204"/>
              </a:rPr>
              <a:t>B-Tech CSE</a:t>
            </a: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/>
              <a:ea typeface="Cambria" panose="0204050305040603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/>
                <a:ea typeface="+mn-lt"/>
                <a:cs typeface="+mn-lt"/>
                <a:sym typeface="Verdana" panose="020B0604030504040204"/>
              </a:rPr>
              <a:t>Name of the HOD: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/>
                <a:ea typeface="+mn-lt"/>
                <a:cs typeface="+mn-lt"/>
                <a:sym typeface="Verdana" panose="020B0604030504040204"/>
              </a:rPr>
              <a:t>Dr. Asif Mohammed</a:t>
            </a: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/>
              <a:ea typeface="Cambria" panose="0204050305040603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/>
                <a:ea typeface="+mn-lt"/>
                <a:cs typeface="+mn-lt"/>
                <a:sym typeface="Verdana" panose="020B0604030504040204"/>
              </a:rPr>
              <a:t>Name of the Program Internship Coordinator: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/>
                <a:ea typeface="+mn-lt"/>
                <a:cs typeface="+mn-lt"/>
                <a:sym typeface="Verdana" panose="020B0604030504040204"/>
              </a:rPr>
              <a:t>Mr. Sakthi S</a:t>
            </a:r>
            <a:endParaRPr lang="en-US" sz="2000" b="1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/>
              <a:ea typeface="Cambria" panose="02040503050406030204"/>
            </a:endParaRPr>
          </a:p>
          <a:p>
            <a:pPr lvl="0"/>
            <a:r>
              <a:rPr lang="en-US" sz="2000" b="1" dirty="0">
                <a:solidFill>
                  <a:schemeClr val="accent1"/>
                </a:solidFill>
                <a:latin typeface="Cambria" panose="02040503050406030204"/>
                <a:ea typeface="+mn-lt"/>
                <a:cs typeface="+mn-lt"/>
                <a:sym typeface="Verdana" panose="020B0604030504040204"/>
              </a:rPr>
              <a:t>Name of the School Internship Coordinator: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/>
                <a:ea typeface="+mn-lt"/>
                <a:cs typeface="+mn-lt"/>
                <a:sym typeface="Verdana" panose="020B0604030504040204"/>
              </a:rPr>
              <a:t>Dr. Md Ziaur Rahman</a:t>
            </a:r>
            <a:endParaRPr lang="en-US" sz="2000" b="1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/>
              <a:ea typeface="+mn-lt"/>
              <a:cs typeface="+mn-lt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/>
                <a:ea typeface="+mn-lt"/>
                <a:cs typeface="+mn-lt"/>
                <a:sym typeface="Verdana" panose="020B0604030504040204"/>
              </a:rPr>
              <a:t>                                                     </a:t>
            </a:r>
            <a:endParaRPr lang="en-US" sz="2000" b="1">
              <a:solidFill>
                <a:schemeClr val="accent1"/>
              </a:solidFill>
              <a:latin typeface="Cambria" panose="02040503050406030204"/>
              <a:ea typeface="Cambria" panose="02040503050406030204"/>
            </a:endParaRPr>
          </a:p>
          <a:p>
            <a:pPr>
              <a:buFont typeface="Arial" panose="020B0604020202020204"/>
            </a:pP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098550" y="340995"/>
            <a:ext cx="9995535" cy="1359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CSE7302 - INTERNSHIP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dirty="0">
                <a:solidFill>
                  <a:srgbClr val="0070C0"/>
                </a:solidFill>
                <a:latin typeface="Times New Roman" panose="02020603050405020304"/>
                <a:ea typeface="Tahoma" panose="020B0604030504040204"/>
                <a:cs typeface="Times New Roman" panose="02020603050405020304"/>
                <a:sym typeface="+mn-ea"/>
              </a:rPr>
              <a:t>Review-</a:t>
            </a:r>
            <a:r>
              <a:rPr lang="en-IN" altLang="en-US" dirty="0">
                <a:solidFill>
                  <a:srgbClr val="0070C0"/>
                </a:solidFill>
                <a:latin typeface="Times New Roman" panose="02020603050405020304"/>
                <a:ea typeface="Tahoma" panose="020B0604030504040204"/>
                <a:cs typeface="Times New Roman" panose="02020603050405020304"/>
                <a:sym typeface="+mn-ea"/>
              </a:rPr>
              <a:t>4</a:t>
            </a:r>
            <a:r>
              <a:rPr lang="en-US" dirty="0">
                <a:solidFill>
                  <a:srgbClr val="0070C0"/>
                </a:solidFill>
                <a:latin typeface="Times New Roman" panose="02020603050405020304"/>
                <a:ea typeface="Tahoma" panose="020B0604030504040204"/>
                <a:cs typeface="Times New Roman" panose="02020603050405020304"/>
                <a:sym typeface="+mn-ea"/>
              </a:rPr>
              <a:t> Presentation </a:t>
            </a:r>
            <a:b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</a:br>
            <a:r>
              <a:rPr lang="en-US" dirty="0">
                <a:latin typeface="Cambria" panose="02040503050406030204"/>
                <a:cs typeface="Times New Roman" panose="02020603050405020304"/>
                <a:sym typeface="+mn-ea"/>
              </a:rPr>
              <a:t>Project Title:</a:t>
            </a:r>
            <a:r>
              <a:rPr lang="en-US" b="0" dirty="0">
                <a:latin typeface="Cambria" panose="02040503050406030204"/>
                <a:cs typeface="Times New Roman" panose="02020603050405020304"/>
                <a:sym typeface="+mn-ea"/>
              </a:rPr>
              <a:t> </a:t>
            </a:r>
            <a:r>
              <a:rPr lang="en-IN" altLang="en-US" b="0" dirty="0">
                <a:latin typeface="Cambria" panose="02040503050406030204"/>
                <a:cs typeface="Times New Roman" panose="02020603050405020304"/>
                <a:sym typeface="+mn-ea"/>
              </a:rPr>
              <a:t>CampusCore - University ERP System</a:t>
            </a:r>
            <a:br>
              <a:rPr lang="en-US" b="0" dirty="0">
                <a:latin typeface="Cambria" panose="02040503050406030204"/>
                <a:cs typeface="Times New Roman" panose="02020603050405020304" pitchFamily="18" charset="0"/>
                <a:sym typeface="+mn-ea"/>
              </a:rPr>
            </a:br>
            <a:r>
              <a:rPr lang="en-US" b="0" dirty="0">
                <a:latin typeface="Cambria" panose="02040503050406030204"/>
                <a:cs typeface="Times New Roman" panose="02020603050405020304"/>
                <a:sym typeface="+mn-ea"/>
              </a:rPr>
              <a:t> </a:t>
            </a:r>
            <a:r>
              <a:rPr lang="en-US" dirty="0">
                <a:latin typeface="Cambria" panose="02040503050406030204"/>
                <a:cs typeface="Times New Roman" panose="02020603050405020304"/>
                <a:sym typeface="+mn-ea"/>
              </a:rPr>
              <a:t>Domain:</a:t>
            </a:r>
            <a:r>
              <a:rPr lang="en-US" b="0" dirty="0">
                <a:latin typeface="Cambria" panose="02040503050406030204"/>
                <a:cs typeface="Times New Roman" panose="02020603050405020304"/>
                <a:sym typeface="+mn-ea"/>
              </a:rPr>
              <a:t> Full Stack Web Development</a:t>
            </a:r>
            <a:b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/>
                <a:gridCol w="3950282"/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JAYANTH D R</a:t>
                      </a:r>
                      <a:endParaRPr lang="en-IN" alt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20221CSE0636</a:t>
                      </a:r>
                      <a:endParaRPr lang="en-IN" alt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8CSE13</a:t>
                      </a:r>
                      <a:endParaRPr lang="en-IN" alt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377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</a:t>
            </a: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</a:t>
            </a:r>
            <a:endParaRPr lang="en-US" sz="2000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</a:t>
            </a: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</a:t>
            </a: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System/Work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/>
          <a:lstStyle/>
          <a:p>
            <a:r>
              <a:rPr lang="en-US" b="1" dirty="0">
                <a:latin typeface="Times New Roman" panose="02020603050405020304"/>
                <a:ea typeface="+mn-lt"/>
                <a:cs typeface="+mn-lt"/>
                <a:sym typeface="+mn-ea"/>
              </a:rPr>
              <a:t>Company / Organization Name:</a:t>
            </a:r>
            <a:r>
              <a:rPr lang="en-US" dirty="0">
                <a:latin typeface="Times New Roman" panose="02020603050405020304"/>
                <a:ea typeface="+mn-lt"/>
                <a:cs typeface="+mn-lt"/>
                <a:sym typeface="+mn-ea"/>
              </a:rPr>
              <a:t> Rail Wheel Factory (RWF)</a:t>
            </a:r>
            <a:endParaRPr lang="en-US">
              <a:latin typeface="Times New Roman" panose="02020603050405020304"/>
              <a:ea typeface="Cambria" panose="02040503050406030204"/>
              <a:cs typeface="Times New Roman" panose="02020603050405020304"/>
            </a:endParaRPr>
          </a:p>
          <a:p>
            <a:r>
              <a:rPr lang="en-US" b="1" dirty="0">
                <a:latin typeface="Times New Roman" panose="02020603050405020304"/>
                <a:ea typeface="+mn-lt"/>
                <a:cs typeface="+mn-lt"/>
                <a:sym typeface="+mn-ea"/>
              </a:rPr>
              <a:t>Organization Type:</a:t>
            </a:r>
            <a:r>
              <a:rPr lang="en-US" dirty="0">
                <a:latin typeface="Times New Roman" panose="02020603050405020304"/>
                <a:ea typeface="+mn-lt"/>
                <a:cs typeface="+mn-lt"/>
                <a:sym typeface="+mn-ea"/>
              </a:rPr>
              <a:t> Government of India Enterprise(Under Ministry of Railways)</a:t>
            </a:r>
            <a:endParaRPr lang="en-US">
              <a:latin typeface="Times New Roman" panose="02020603050405020304"/>
              <a:ea typeface="Cambria" panose="02040503050406030204"/>
              <a:cs typeface="Times New Roman" panose="02020603050405020304"/>
            </a:endParaRPr>
          </a:p>
          <a:p>
            <a:r>
              <a:rPr lang="en-US" b="1" dirty="0">
                <a:latin typeface="Times New Roman" panose="02020603050405020304"/>
                <a:ea typeface="+mn-lt"/>
                <a:cs typeface="+mn-lt"/>
                <a:sym typeface="+mn-ea"/>
              </a:rPr>
              <a:t>Location:</a:t>
            </a:r>
            <a:r>
              <a:rPr lang="en-US" dirty="0">
                <a:latin typeface="Times New Roman" panose="02020603050405020304"/>
                <a:ea typeface="+mn-lt"/>
                <a:cs typeface="+mn-lt"/>
                <a:sym typeface="+mn-ea"/>
              </a:rPr>
              <a:t> Yelahanka, Bengaluru, Karnataka</a:t>
            </a:r>
            <a:endParaRPr lang="en-US">
              <a:latin typeface="Times New Roman" panose="02020603050405020304"/>
              <a:ea typeface="Cambria" panose="02040503050406030204"/>
              <a:cs typeface="Times New Roman" panose="02020603050405020304"/>
            </a:endParaRPr>
          </a:p>
          <a:p>
            <a:r>
              <a:rPr lang="en-US" b="1" dirty="0">
                <a:latin typeface="Times New Roman" panose="02020603050405020304"/>
                <a:ea typeface="+mn-lt"/>
                <a:cs typeface="+mn-lt"/>
                <a:sym typeface="+mn-ea"/>
              </a:rPr>
              <a:t>Overview:</a:t>
            </a:r>
            <a:r>
              <a:rPr lang="en-US" dirty="0">
                <a:latin typeface="Times New Roman" panose="02020603050405020304"/>
                <a:ea typeface="+mn-lt"/>
                <a:cs typeface="+mn-lt"/>
                <a:sym typeface="+mn-ea"/>
              </a:rPr>
              <a:t> Rail Wheel Factory (RWF) is a premier manufacturing unit of Indian Railways, established to manufacture cast steel wheels and axles used in railway rolling stock across India.</a:t>
            </a:r>
            <a:endParaRPr lang="en-US" dirty="0">
              <a:latin typeface="Times New Roman" panose="02020603050405020304"/>
              <a:ea typeface="+mn-lt"/>
              <a:cs typeface="+mn-lt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50" y="974725"/>
            <a:ext cx="10424795" cy="32924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Domain: Full Stack Web Development</a:t>
            </a:r>
            <a:endParaRPr lang="en-US" alt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Used:</a:t>
            </a:r>
            <a:endParaRPr lang="en-US" alt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endParaRPr lang="en-US" alt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(REST API Architecture)</a:t>
            </a:r>
            <a:endParaRPr lang="en-US" alt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SQL Server</a:t>
            </a:r>
            <a:endParaRPr lang="en-US" alt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Postman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en-US" alt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follows a Three-Tier Architecture (Frontend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Backend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Database).</a:t>
            </a:r>
            <a:endParaRPr lang="en-US" alt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275"/>
            <a:ext cx="10925175" cy="4632325"/>
          </a:xfrm>
        </p:spPr>
        <p:txBody>
          <a:bodyPr>
            <a:normAutofit fontScale="80000"/>
          </a:bodyPr>
          <a:lstStyle/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Internship carried out under organizational supervision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Regular progress reviews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Independent project-based development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Responsibilities:</a:t>
            </a:r>
            <a:endParaRPr lang="en-US" alt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Database schema design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Writing SQL queries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Developing Flask APIs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Frontend integration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Authentication system implementation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Debugging and testing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275"/>
            <a:ext cx="10798810" cy="4660265"/>
          </a:xfrm>
        </p:spPr>
        <p:txBody>
          <a:bodyPr>
            <a:normAutofit fontScale="80000"/>
          </a:bodyPr>
          <a:lstStyle/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Designing normalized relational database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Creating proper primary and foreign key relationships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Handling SQL join operations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Debugging Flask–SQL Server connection errors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Managing session-based authentication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Fixing frontend-backend API integration issues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Outcome:</a:t>
            </a:r>
            <a:endParaRPr lang="en-US" alt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Improved problem-solving skills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Strong understanding of REST API architecture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Better debugging and system design knowledge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Develop centralized University ERP system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Manage student and teacher data efficiently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Implement secure admin authentication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Perform CRUD operations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Track attendance records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Manage student fee details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 manual paperwork and human errors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275"/>
            <a:ext cx="10944225" cy="4843145"/>
          </a:xfrm>
        </p:spPr>
        <p:txBody>
          <a:bodyPr>
            <a:normAutofit fontScale="80000"/>
          </a:bodyPr>
          <a:lstStyle/>
          <a:p>
            <a:pPr marL="0" indent="0">
              <a:buNone/>
            </a:pP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student management systems are:</a:t>
            </a:r>
            <a:endParaRPr lang="en-US" alt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Manual or semi-automated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Prone to data duplication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Difficult to maintain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Not centrally accessible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shows:</a:t>
            </a:r>
            <a:endParaRPr lang="en-US" alt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Centralized database systems improve integrity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REST APIs improve system communication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Flask framework supports lightweight scalable backend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SQL-based systems ensure structured data storage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a full-stack ERP solution was proposed.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0000" lnSpcReduction="10000"/>
          </a:bodyPr>
          <a:lstStyle/>
          <a:p>
            <a:pPr marL="0" indent="0">
              <a:buNone/>
            </a:pP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CampusCore – University ERP System includes:</a:t>
            </a:r>
            <a:endParaRPr lang="en-US" alt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Admin Authentication Module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Student Management Module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Teacher Management Module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Attendance Management System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Fee Management Module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Dashboard for data overview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secure login and role-based data handling.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275"/>
            <a:ext cx="10908030" cy="4841875"/>
          </a:xfrm>
        </p:spPr>
        <p:txBody>
          <a:bodyPr>
            <a:normAutofit fontScale="80000"/>
          </a:bodyPr>
          <a:lstStyle/>
          <a:p>
            <a:pPr marL="0" indent="0">
              <a:buNone/>
            </a:pP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record management leads to:</a:t>
            </a:r>
            <a:endParaRPr lang="en-US" alt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redundancy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Inconsistency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Time-consuming updates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Lack of centralized control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Security risks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for:</a:t>
            </a:r>
            <a:endParaRPr lang="en-US" alt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Secure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Centralized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Scalable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Web-based ERP solution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275"/>
            <a:ext cx="10916285" cy="4805680"/>
          </a:xfrm>
        </p:spPr>
        <p:txBody>
          <a:bodyPr/>
          <a:lstStyle/>
          <a:p>
            <a:pPr marL="0" indent="0">
              <a:buNone/>
            </a:pPr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Requirements:</a:t>
            </a:r>
            <a:endParaRPr lang="en-US" alt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Python 3.x</a:t>
            </a:r>
            <a:endParaRPr lang="en-US" alt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Flask Framework</a:t>
            </a:r>
            <a:endParaRPr lang="en-US" alt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Microsoft SQL Server</a:t>
            </a:r>
            <a:endParaRPr lang="en-US" alt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HTML/CSS/JavaScript</a:t>
            </a:r>
            <a:endParaRPr lang="en-US" alt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VS Code</a:t>
            </a:r>
            <a:endParaRPr lang="en-US" alt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Requirements:</a:t>
            </a:r>
            <a:endParaRPr lang="en-US" alt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Standard Computer System</a:t>
            </a:r>
            <a:endParaRPr lang="en-US" alt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Internet Connectivity</a:t>
            </a:r>
            <a:endParaRPr lang="en-US" alt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80000"/>
          </a:bodyPr>
          <a:lstStyle/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Architecture: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follows a Three-Tier Architecture: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Layer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Frontend (HTML, CSS, JavaScript)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 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Flask REST APIs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Business logic handling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 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Layer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Microsoft SQL Server Database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434320" cy="624205"/>
          </a:xfrm>
        </p:spPr>
        <p:txBody>
          <a:bodyPr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System Design</a:t>
            </a:r>
            <a:endParaRPr lang="en-GB" alt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6920" y="989330"/>
            <a:ext cx="10743565" cy="5081270"/>
          </a:xfrm>
        </p:spPr>
        <p:txBody>
          <a:bodyPr>
            <a:normAutofit fontScale="70000"/>
          </a:bodyPr>
          <a:p>
            <a:pPr marL="0" indent="0">
              <a:buNone/>
            </a:pPr>
            <a:r>
              <a:rPr lang="en-US" altLang="en-GB" b="1"/>
              <a:t>Database Tables:</a:t>
            </a:r>
            <a:endParaRPr lang="en-US" altLang="en-GB" b="1"/>
          </a:p>
          <a:p>
            <a:pPr marL="0" indent="0">
              <a:buNone/>
            </a:pPr>
            <a:r>
              <a:rPr lang="en-US" altLang="en-GB"/>
              <a:t>• Admin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• Students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• Teachers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• Attendance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• Fees</a:t>
            </a:r>
            <a:endParaRPr lang="en-US" altLang="en-GB"/>
          </a:p>
          <a:p>
            <a:pPr marL="0" indent="0">
              <a:buNone/>
            </a:pPr>
            <a:r>
              <a:rPr lang="en-US" altLang="en-GB" b="1"/>
              <a:t>Relationships:</a:t>
            </a:r>
            <a:endParaRPr lang="en-US" altLang="en-GB" b="1"/>
          </a:p>
          <a:p>
            <a:pPr marL="0" indent="0">
              <a:buNone/>
            </a:pPr>
            <a:r>
              <a:rPr lang="en-US" altLang="en-GB"/>
              <a:t>• One Student </a:t>
            </a:r>
            <a:r>
              <a:rPr lang="en-US" altLang="en-US"/>
              <a:t>→</a:t>
            </a:r>
            <a:r>
              <a:rPr lang="en-US" altLang="en-GB"/>
              <a:t> Multiple Attendance Records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• One Student </a:t>
            </a:r>
            <a:r>
              <a:rPr lang="en-US" altLang="en-US"/>
              <a:t>→</a:t>
            </a:r>
            <a:r>
              <a:rPr lang="en-US" altLang="en-GB"/>
              <a:t> Multiple Fee Records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• Admin manages all modules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  <a:p>
            <a:pPr marL="0" indent="0">
              <a:buNone/>
            </a:pPr>
            <a:r>
              <a:rPr lang="en-US" altLang="en-GB"/>
              <a:t>Database is designed using primary keys and foreign keys to maintain referential integrity</a:t>
            </a:r>
            <a:endParaRPr lang="en-US" alt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IN" dirty="0"/>
              <a:t>.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 (At least 50%)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275"/>
            <a:ext cx="10861675" cy="4814570"/>
          </a:xfrm>
        </p:spPr>
        <p:txBody>
          <a:bodyPr>
            <a:normAutofit fontScale="45000"/>
          </a:bodyPr>
          <a:lstStyle/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Features: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 schema fully designed</a:t>
            </a:r>
            <a:endParaRPr lang="en-US" alt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CRUD operations implemented</a:t>
            </a:r>
            <a:endParaRPr lang="en-US" alt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Teacher CRUD operations implemented</a:t>
            </a:r>
            <a:endParaRPr lang="en-US" alt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Admin login authentication working</a:t>
            </a:r>
            <a:endParaRPr lang="en-US" alt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REST API endpoints created</a:t>
            </a:r>
            <a:endParaRPr lang="en-US" alt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Frontend and backend integrated</a:t>
            </a:r>
            <a:endParaRPr lang="en-US" alt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Attendance module partially implemented</a:t>
            </a:r>
            <a:endParaRPr lang="en-US" alt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Fee management module implemented</a:t>
            </a:r>
            <a:endParaRPr lang="en-US" alt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Completion Status: Approximately 65%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Remaining Work: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Advanced reports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UI enhancements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Input validations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visualization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70371" y="901298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>
              <a:solidFill>
                <a:srgbClr val="0070C0"/>
              </a:solidFill>
            </a:endParaRPr>
          </a:p>
        </p:txBody>
      </p:sp>
      <p:pic>
        <p:nvPicPr>
          <p:cNvPr id="22" name="Content Placeholder 2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80415" y="1269365"/>
            <a:ext cx="10515600" cy="4076700"/>
          </a:xfrm>
          <a:prstGeom prst="rect">
            <a:avLst/>
          </a:prstGeom>
        </p:spPr>
      </p:pic>
      <p:sp>
        <p:nvSpPr>
          <p:cNvPr id="23" name="Text Box 22"/>
          <p:cNvSpPr txBox="1"/>
          <p:nvPr/>
        </p:nvSpPr>
        <p:spPr>
          <a:xfrm>
            <a:off x="2867025" y="2160270"/>
            <a:ext cx="1268095" cy="1266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28600" indent="-228600">
              <a:buChar char="•"/>
            </a:pPr>
            <a:r>
              <a:rPr lang="en-US" sz="1000" dirty="0">
                <a:latin typeface="Times New Roman" panose="02020603050405020304"/>
                <a:cs typeface="Times New Roman" panose="02020603050405020304"/>
                <a:sym typeface="+mn-ea"/>
              </a:rPr>
              <a:t>Understanding Full Stack concepts</a:t>
            </a:r>
            <a:endParaRPr lang="en-US" sz="1000" dirty="0">
              <a:latin typeface="Times New Roman" panose="02020603050405020304"/>
              <a:cs typeface="Times New Roman" panose="02020603050405020304"/>
            </a:endParaRPr>
          </a:p>
          <a:p>
            <a:pPr marL="228600" indent="-228600">
              <a:buChar char="•"/>
            </a:pPr>
            <a:r>
              <a:rPr lang="en-US" sz="1000" dirty="0">
                <a:latin typeface="Times New Roman" panose="02020603050405020304"/>
                <a:cs typeface="Times New Roman" panose="02020603050405020304"/>
                <a:sym typeface="+mn-ea"/>
              </a:rPr>
              <a:t>Database schema design</a:t>
            </a:r>
            <a:endParaRPr lang="en-US" sz="1000" dirty="0">
              <a:latin typeface="Times New Roman" panose="02020603050405020304"/>
              <a:cs typeface="Times New Roman" panose="02020603050405020304"/>
            </a:endParaRPr>
          </a:p>
          <a:p>
            <a:pPr marL="228600" indent="-228600">
              <a:buChar char="•"/>
            </a:pPr>
            <a:r>
              <a:rPr lang="en-US" sz="1000" dirty="0">
                <a:latin typeface="Times New Roman" panose="02020603050405020304"/>
                <a:cs typeface="Times New Roman" panose="02020603050405020304"/>
                <a:sym typeface="+mn-ea"/>
              </a:rPr>
              <a:t>Basic CRUD implementation</a:t>
            </a:r>
            <a:endParaRPr lang="en-US" altLang="en-US" sz="1000" dirty="0"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4135120" y="2224405"/>
            <a:ext cx="1345565" cy="12033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28600" indent="-228600"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Complete student management system</a:t>
            </a:r>
            <a:endParaRPr lang="en-US" sz="1000" dirty="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  <a:p>
            <a:pPr marL="228600" indent="-228600"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Authentication system</a:t>
            </a:r>
            <a:endParaRPr lang="en-US" sz="1000" dirty="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  <a:p>
            <a:pPr marL="228600" indent="-228600"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Full frontend-backend integration</a:t>
            </a:r>
            <a:endParaRPr lang="en-US" altLang="en-US" sz="1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5384800" y="2152015"/>
            <a:ext cx="1254760" cy="1275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1000"/>
              <a:t>• Teacher module completion</a:t>
            </a:r>
            <a:endParaRPr lang="en-US" altLang="en-GB" sz="1000"/>
          </a:p>
          <a:p>
            <a:r>
              <a:rPr lang="en-US" altLang="en-GB" sz="1000"/>
              <a:t>• Attendance system integration</a:t>
            </a:r>
            <a:endParaRPr lang="en-US" altLang="en-GB" sz="1000"/>
          </a:p>
          <a:p>
            <a:r>
              <a:rPr lang="en-US" altLang="en-GB" sz="1000"/>
              <a:t>• Fee management implementation</a:t>
            </a:r>
            <a:endParaRPr lang="en-US" altLang="en-GB" sz="1000"/>
          </a:p>
          <a:p>
            <a:r>
              <a:rPr lang="en-US" altLang="en-GB" sz="1000"/>
              <a:t>• System architecture finalization</a:t>
            </a:r>
            <a:endParaRPr lang="en-US" altLang="en-GB" sz="1000"/>
          </a:p>
          <a:p>
            <a:r>
              <a:rPr lang="en-US" altLang="en-GB" sz="1000"/>
              <a:t>• 60–70% project completion</a:t>
            </a:r>
            <a:endParaRPr lang="en-US" altLang="en-GB" sz="1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en-IN" dirty="0">
                <a:sym typeface="+mn-ea"/>
              </a:rPr>
              <a:t>URL:</a:t>
            </a:r>
            <a:r>
              <a:rPr lang="en-US" altLang="en-IN" dirty="0">
                <a:sym typeface="+mn-ea"/>
                <a:hlinkClick r:id="rId1" tooltip="" action="ppaction://hlinkfile"/>
              </a:rPr>
              <a:t> https://github.com/campuscore-erp/CampusCore</a:t>
            </a:r>
            <a:endParaRPr lang="en-US" altLang="en-IN" dirty="0">
              <a:sym typeface="+mn-ea"/>
              <a:hlinkClick r:id="rId1" tooltip="" action="ppaction://hlinkfile"/>
            </a:endParaRPr>
          </a:p>
          <a:p>
            <a:pPr marL="0" indent="0">
              <a:buNone/>
            </a:pPr>
            <a:endParaRPr lang="en-US" altLang="en-IN"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 smtClean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  <a:endParaRPr lang="en-US" sz="6600" dirty="0" smtClean="0">
              <a:solidFill>
                <a:schemeClr val="accent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 smtClean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5156</Words>
  <Application>WPS Presentation</Application>
  <PresentationFormat>Widescreen</PresentationFormat>
  <Paragraphs>261</Paragraphs>
  <Slides>18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5" baseType="lpstr">
      <vt:lpstr>Arial</vt:lpstr>
      <vt:lpstr>SimSun</vt:lpstr>
      <vt:lpstr>Wingdings</vt:lpstr>
      <vt:lpstr>Arial</vt:lpstr>
      <vt:lpstr>Cambria</vt:lpstr>
      <vt:lpstr>Verdana</vt:lpstr>
      <vt:lpstr>Cambria</vt:lpstr>
      <vt:lpstr>Times New Roman</vt:lpstr>
      <vt:lpstr>Times New Roman</vt:lpstr>
      <vt:lpstr>Tahoma</vt:lpstr>
      <vt:lpstr>Tahoma</vt:lpstr>
      <vt:lpstr>Calibri</vt:lpstr>
      <vt:lpstr>Microsoft YaHei</vt:lpstr>
      <vt:lpstr>Arial Unicode MS</vt:lpstr>
      <vt:lpstr>Calibri Light</vt:lpstr>
      <vt:lpstr>Calibri</vt:lpstr>
      <vt:lpstr>Office Theme</vt:lpstr>
      <vt:lpstr>PowerPoint 演示文稿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System Design</vt:lpstr>
      <vt:lpstr>System Design</vt:lpstr>
      <vt:lpstr>System Implementation (At least 50%)</vt:lpstr>
      <vt:lpstr>Internship Road Map</vt:lpstr>
      <vt:lpstr>Github Link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Appu</cp:lastModifiedBy>
  <cp:revision>726</cp:revision>
  <dcterms:created xsi:type="dcterms:W3CDTF">2022-10-14T07:18:00Z</dcterms:created>
  <dcterms:modified xsi:type="dcterms:W3CDTF">2026-04-22T14:41:09Z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BCE69C7EE1AD46FB872CBB594B321F83_13</vt:lpwstr>
  </property>
  <property fmtid="{D5CDD505-2E9C-101B-9397-08002B2CF9AE}" pid="3" name="KSOProductBuildVer">
    <vt:lpwstr>2057-12.2.0.23202</vt:lpwstr>
  </property>
</Properties>
</file>